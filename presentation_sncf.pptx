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280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 SNCF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Tourisme en Train — Nouvelle-Aquitaine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36576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data.gouv.fr</a:t>
            </a: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Projet Big Data I2FE | Mars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2651760" cy="1005840"/>
          </a:xfrm>
          <a:prstGeom prst="rect">
            <a:avLst/>
          </a:prstGeom>
          <a:solidFill>
            <a:srgbClr val="162435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2651760" cy="64008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Architecture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2971800"/>
            <a:ext cx="2651760" cy="1005840"/>
          </a:xfrm>
          <a:prstGeom prst="rect">
            <a:avLst/>
          </a:prstGeom>
          <a:solidFill>
            <a:srgbClr val="162435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429000" y="2971800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56616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</a:t>
            </a:r>
            <a:r>
              <a:rPr lang="en-US" sz="1000" dirty="0" err="1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Power BI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971800"/>
            <a:ext cx="2651760" cy="1005840"/>
          </a:xfrm>
          <a:prstGeom prst="rect">
            <a:avLst/>
          </a:prstGeom>
          <a:solidFill>
            <a:srgbClr val="162435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263640" y="2971800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</a:t>
            </a:r>
            <a:r>
              <a:rPr lang="en-US" sz="1000" dirty="0" err="1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isualisation</a:t>
            </a:r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Power BI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7000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: Architecture, Pipeline &amp; </a:t>
            </a:r>
            <a:r>
              <a:rPr lang="en-US" sz="1000" dirty="0" err="1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</a:t>
            </a:r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Defi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data.gouv.fr — Tourisme en Train | Nouvelle-Aquitaine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territoires touristiques de Nouvelle-Aquitaine sont-ils</a:t>
            </a:r>
            <a:endParaRPr lang="en-US" sz="2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desservis par le train ?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2011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201168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461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POI touristiques sont accessibles depuis une gare 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423160"/>
            <a:ext cx="2011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468880" y="2423160"/>
            <a:ext cx="2011680" cy="64008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0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6032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32461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liaisons TGV MAX ont encore des places disponibles 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423160"/>
            <a:ext cx="2011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617720" y="2423160"/>
            <a:ext cx="201168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0916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32461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ponctualite s'ameliore-t-elle sur l'axe Atlantique 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423160"/>
            <a:ext cx="2011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766560" y="2423160"/>
            <a:ext cx="2011680" cy="640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858000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32461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CO2 economise-t-on en prenant le train 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1"/>
          <p:cNvSpPr/>
          <p:nvPr/>
        </p:nvSpPr>
        <p:spPr>
          <a:xfrm>
            <a:off x="320040" y="3017520"/>
            <a:ext cx="8503920" cy="73152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0" y="2916936"/>
            <a:ext cx="27432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5EEBCAA1-192F-5FC1-AC99-1EB4FA739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46" y="3191257"/>
            <a:ext cx="6874074" cy="168001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complet : API SNCF → Kafka → Spark → MinIO → Power BI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1463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1463040" cy="822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SNCF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1901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196596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011680" y="1280160"/>
            <a:ext cx="1463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011680" y="1280160"/>
            <a:ext cx="1463040" cy="8229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05740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57400" y="1901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196596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703320" y="1280160"/>
            <a:ext cx="1463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703320" y="1280160"/>
            <a:ext cx="1463040" cy="82296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74904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1901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196596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394960" y="1280160"/>
            <a:ext cx="1463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394960" y="1280160"/>
            <a:ext cx="146304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4068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1901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96596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086600" y="1280160"/>
            <a:ext cx="1463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086600" y="1280160"/>
            <a:ext cx="146304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13232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1901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reel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91840" y="3058015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quotidienne — 6h UTC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Collectees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datasets open data SNCF — Nouvelle-Aquitaine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82296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29000" y="1344168"/>
            <a:ext cx="8686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29000" y="1344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Statique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Gares de voyageurs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ressources.data.sncf.com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19476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87452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gares NAQ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Coordonnees GPS, trigramme, segment tarifaire, code INSEE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2344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17720" y="1234440"/>
            <a:ext cx="82296" cy="1737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726680" y="1344168"/>
            <a:ext cx="8686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726680" y="1344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Frequentation gares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ressources.data.sncf.com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9476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7220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gares avec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Voyageurs 2015 → 2024, evolution post-COVID calculee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3108960"/>
            <a:ext cx="82296" cy="173736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429000" y="3218688"/>
            <a:ext cx="868680" cy="256032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429000" y="3218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reel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Disponibilites TGV MAX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ressources.data.sncf.com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3822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5 000+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87452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enregistrements/cycle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343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Liaisons axe Atlantique, 30 jours glissants, od_happy_card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617720" y="3108960"/>
            <a:ext cx="82296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7726680" y="3218688"/>
            <a:ext cx="8686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726680" y="3218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060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Regularite TGV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060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ressources.data.sncf.com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822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17220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de donnees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343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ponctualite, causes retard, depuis 2018 - axe Bordeaux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Donnees — Producer Kafka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API SNCF → 4 topics Kafka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1828800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SNCF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48840" y="1618488"/>
            <a:ext cx="5486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286000" y="15087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1234440"/>
            <a:ext cx="1828800" cy="8686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37744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1618488"/>
            <a:ext cx="5486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43400" y="15087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1234440"/>
            <a:ext cx="1828800" cy="86868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43484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Kafka produits 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572768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400800" y="1572768"/>
            <a:ext cx="54864" cy="530352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510528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sncf-gares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0528" y="1847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 gares NAQ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publication au demarrage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2194560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400800" y="2194560"/>
            <a:ext cx="54864" cy="530352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510528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sncf-frequentation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0528" y="24688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 gares avec data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publication au demarrage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816352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400800" y="2816352"/>
            <a:ext cx="54864" cy="530352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510528" y="2852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sncf-tgvmax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10528" y="30906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5 000+ enregistrements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a jour toutes les 60s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3438144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400800" y="3438144"/>
            <a:ext cx="54864" cy="530352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510528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sncf-regularite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10528" y="3712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mois de donnees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publication au demarrage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22860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 de l'implementation 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" y="26334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automatique — l'API limite a 100 resultats par requete, on boucle sur offset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30449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geographique — bounding box Nouvelle-Aquitaine (lat 43-47, lon -2 a 2.5)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345643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respecte — pause de 0.3s entre les requetes pour eviter le blocage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38679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temps reel — TGV MAX rafraichi toutes les 60 secondes (flux Kafka continu)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27939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— timestamp ingested_at ajoute a chaque message pour la tracabilite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— Spark Structured Streaming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typage fort, enrichissement → Parquet Silver dans MinIO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011680" cy="594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brut)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234440"/>
            <a:ext cx="4023360" cy="59436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560320" y="1234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234440"/>
            <a:ext cx="201168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81228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Silver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(Parquet)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1481328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583680" y="1481328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20116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011680"/>
            <a:ext cx="20116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24871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Gares : sur codes_uic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" y="296265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Frequentation : sur code_uic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343814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TGV MAX : sur train_no + date + OD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391363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Regularite : sur periode + OD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96312" y="20116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496312" y="2011680"/>
            <a:ext cx="2011680" cy="384048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587752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24871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nulls critiques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06040" y="296265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negatives → 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06040" y="343814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impossibles (&gt;100%) → filtre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06040" y="391363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passees TGV MAX → filtre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72584" y="20116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672584" y="2011680"/>
            <a:ext cx="2011680" cy="3840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64024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Typage Fort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82312" y="24871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Voyageurs → Long (entier 64 bits)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82312" y="296265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 → Double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82312" y="343814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date_depart → DateType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82312" y="391363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est_disponible → BooleanType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48856" y="20116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848856" y="2011680"/>
            <a:ext cx="201168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940296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58584" y="24871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geo_cell : cle spatiale 10km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58584" y="296265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evolution_pct_2019_2024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58584" y="343814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economise (facteurs ADEME)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58584" y="391363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taux_regularite_pct calcule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overwrite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chaque batch ecrase les precedentes donnees : zero doublon garanti dans MinIO Silver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— Couche Silver dans MinIO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Parquet + compression Snappy | Pret pour Power BI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 MinIO : silver/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5166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7315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silver/gares/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 gares NAQ nettoyees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860151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1488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nom_gare, trigramme, codes_uic, latitude, longitude, geo_cell, segment_drg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6483" y="2505456"/>
            <a:ext cx="521991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73152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silver/frequentation/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 gares avec historique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468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8803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nom_gare, code_uic, voyageurs_2024/23/22/19, evolution_pct_2019_2024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5166361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73152" cy="64008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029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silver/tgvmax/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5 000+ dispo par cycle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28139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611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train_no, date_depart, od, est_disponible, est_weekend, co2_economise_kg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4023360"/>
            <a:ext cx="5166361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4023360"/>
            <a:ext cx="73152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292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silver/regularite/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0896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mois axe Atlantique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4054711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3434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periode, gare_depart, gare_arrivee, taux_regularite_pct, taux_annulation_pct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663440"/>
            <a:ext cx="4114800" cy="292608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Parquet + Snappy — Lecture selective par colonne (optimal pour Power BI)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4663440"/>
            <a:ext cx="416052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00600" y="4663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Power BI via script Python + boto3 (compatible S3)</a:t>
            </a:r>
            <a:endParaRPr lang="en-US" sz="900" dirty="0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27D72630-A032-29A0-163E-31F89228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828800"/>
            <a:ext cx="3607358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Apache Airflow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quotidien — Automatisation complete du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2423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des taches 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2788920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2788920"/>
            <a:ext cx="64008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2920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check_services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77440" y="28346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 que Kafka (port 29092) et MinIO (health endpoint) sont accessibles avant de lancer le pipeline. Leve une exception si un service est down.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264408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3264408"/>
            <a:ext cx="64008" cy="40233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02920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run_producer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77440" y="33101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le producer Python pendant 10 minutes (timeout 15 min). Collecte les 4 datasets depuis l'API SNCF et les publie dans Kafka.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739896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20040" y="3739896"/>
            <a:ext cx="64008" cy="402336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02920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0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run_spark_job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77440" y="37856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le job Spark Structured Streaming. Lit Kafka, applique les transformations Silver et ecrit les Parquet dans MinIO.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215384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20040" y="4215384"/>
            <a:ext cx="64008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02920" y="4261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verify_minio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77440" y="426110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 via boto3 que les 4 dossiers Silver existent et contiennent des fichiers. Alerte si un dataset est manquant.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Planification : 0 6 * * *  (quotidien a 6h UTC)   |   Retries : 2   |   Retry delay : 5 minutes</a:t>
            </a:r>
            <a:endParaRPr lang="en-US" sz="950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01B43F6F-EE47-C673-A14E-B74EBC0FB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97864"/>
            <a:ext cx="8490750" cy="1453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pipeline produit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cles du projet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gares NAQ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64008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 TGV 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cycle 60s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65176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26517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6364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154680"/>
            <a:ext cx="265176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11480" y="3154680"/>
            <a:ext cx="2651760" cy="640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Parquet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154680"/>
            <a:ext cx="265176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383280" y="3291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Mo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38328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donnees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cycle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154680"/>
            <a:ext cx="265176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172200" y="31546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263640" y="3291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UTC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6364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Passation — Visualisation Power BI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la presentation par les membres de l'equipe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40233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ete fait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Docker complete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Kafka — 4 topics SNCF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 — nettoyage Silver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— Parquet propres et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— orchestration quotidienne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Power BI a MinIO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DAX et colonnes calculees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2344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00600" y="1234440"/>
            <a:ext cx="402336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presenter — Visualisation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Carte des gares NAQ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231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KPIs globaux (4 cartes)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Top 10 gares frequentees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035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Disponibilites TGV MAX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438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Heatmap par date/liaison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Courbe regularite TGV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242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Frequentation COVID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2004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data.gouv.fr — Tourisme en Train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Nouvelle-Aquitaine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Spark + MinIO + Airflow + Power BI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https://github.com/Beyonce-TSAGUA/sncf-tourisme-pipeline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SNCF — Tourisme en Train | Nouvelle-Aquitaine | Mars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1242</Words>
  <Application>Microsoft Office PowerPoint</Application>
  <PresentationFormat>Affichage à l'écran (16:9)</PresentationFormat>
  <Paragraphs>234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SNCF Tourisme en Train</dc:title>
  <dc:subject>PptxGenJS Presentation</dc:subject>
  <dc:creator>Equipe SNCF Data</dc:creator>
  <cp:lastModifiedBy>beyonce yemewa</cp:lastModifiedBy>
  <cp:revision>2</cp:revision>
  <dcterms:created xsi:type="dcterms:W3CDTF">2026-03-24T09:28:48Z</dcterms:created>
  <dcterms:modified xsi:type="dcterms:W3CDTF">2026-03-24T09:49:44Z</dcterms:modified>
</cp:coreProperties>
</file>